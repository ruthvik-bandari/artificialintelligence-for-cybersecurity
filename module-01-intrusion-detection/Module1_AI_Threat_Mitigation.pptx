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will examine how AI-based network anomaly detection can help catch ransomware before encryption, using my own lab results as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Ransomware disproportionately hits smaller organizations. CISA notes that the damaging step, encryption, is preceded by detectable network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own reproduced results on CIC-IDS-2017 show this concept in action: the model catches loud, structural attacks almost perfectly but struggles with attacks designed to look like normal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Choosing where to set the false-positive threshold is itself a governance decision: it determines how much harm from false alarms an organization accepts before it lets a model act autonomously. IBM's data shows most breached organizations haven't formalized that decision-making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course taught me that AI in cybersecurity is a set of statistical choices with real consequences.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115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Detecting Ransomware Before Encryption: AI-Based Network Anomaly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611880"/>
            <a:ext cx="219456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>
                <a:solidFill>
                  <a:srgbClr val="C9D6E6"/>
                </a:solidFill>
                <a:latin typeface="Calibri"/>
              </a:rPr>
              <a:t>Balancing Automated Detection with AI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11535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400">
                <a:solidFill>
                  <a:srgbClr val="9FB3C8"/>
                </a:solidFill>
                <a:latin typeface="Calibri"/>
              </a:rPr>
              <a:t>Ruthvik Nath Bandari</a:t>
            </a:r>
          </a:p>
          <a:p>
            <a:r>
              <a:rPr sz="1400">
                <a:solidFill>
                  <a:srgbClr val="9FB3C8"/>
                </a:solidFill>
                <a:latin typeface="Calibri"/>
              </a:rPr>
              <a:t>AI for Cybersecurity, Module 1 Assignment</a:t>
            </a:r>
          </a:p>
          <a:p>
            <a:r>
              <a:rPr sz="1400">
                <a:solidFill>
                  <a:srgbClr val="9FB3C8"/>
                </a:solidFill>
                <a:latin typeface="Calibri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5570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Ransomware: Present in 44% of Data Breaches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9942"/>
            <a:ext cx="1091153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2362"/>
            <a:ext cx="10911535" cy="4936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—  Ransomware is now present in 44% of data breaches, up 37% year-over-year (Verizon,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2025).</a:t>
            </a:r>
          </a:p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—  Median ransom payments reached US$115,000; still, 64% of victims refused to pay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(Verizon, 2025).</a:t>
            </a:r>
          </a:p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—  Average cost of an extortion or ransomware incident reaches $5.08 million when disclosed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by the attacker (IBM, 2025).</a:t>
            </a:r>
          </a:p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—  This presentation examines whether AI-based anomaly detection can mitigate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ransomware, and where it falls short.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>
                <a:solidFill>
                  <a:srgbClr val="52514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5570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How Ransomware Escalates and What It Costs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9942"/>
            <a:ext cx="1091153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2362"/>
            <a:ext cx="5120640" cy="4936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—  Ransomware appears in 44% of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breaches overall, and 88% of breaches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at small and medium businesses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(Verizon, 2025).</a:t>
            </a:r>
          </a:p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—  Attacks rose 37% year-over-year;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median ransom payment reached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US$115,000 (Verizon, 2025).</a:t>
            </a:r>
          </a:p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—  The kill chain includes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command-and-control beaconing prior to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deployment and lateral movement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flagged via abnormal SMB traffic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(Cybersecurity and Infrastructure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Security Agency [CISA] et al., 2023),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both occurring before encryption.</a:t>
            </a:r>
          </a:p>
        </p:txBody>
      </p:sp>
      <p:pic>
        <p:nvPicPr>
          <p:cNvPr id="5" name="Picture 4" descr="fig1_threat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339319"/>
            <a:ext cx="5486400" cy="30030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>
                <a:solidFill>
                  <a:srgbClr val="52514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95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Network Anomaly Detection: Catching</a:t>
            </a:r>
          </a:p>
          <a:p>
            <a:r>
              <a:rPr sz="3000" b="1">
                <a:solidFill>
                  <a:srgbClr val="0B0B0B"/>
                </a:solidFill>
                <a:latin typeface="Calibri"/>
              </a:rPr>
              <a:t>Ransomware Before Encryption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98092"/>
            <a:ext cx="1091153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5120640" cy="449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—  Parisi (2019, ch. 5): model normal network behavior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statistically (Gaussian density, clustering); flag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deviation from that baseline as anomalous.</a:t>
            </a:r>
          </a:p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—  C2 beaconing and lateral movement are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network-visible deviations from baseline that occur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before encryption (CISA et al., 2023).</a:t>
            </a:r>
          </a:p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—  My lab: a Gaussian Mixture Model (k=10), trained on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1,243,352 benign flows only, reached ROC-AUC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0.9655 on 627,314 held-out flows.</a:t>
            </a:r>
          </a:p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—  Near-perfect recall on structural attacks (PortScan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99.60%, DDoS 99.75%) but weak recall where traffic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mimics normal sessions: SSH-Patator 9.20%, Bot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26.59%.</a:t>
            </a:r>
          </a:p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—  The model catches some attack stages reliably and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misses others entirely.</a:t>
            </a:r>
          </a:p>
        </p:txBody>
      </p:sp>
      <p:pic>
        <p:nvPicPr>
          <p:cNvPr id="5" name="Picture 4" descr="fig2_detection_by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523744"/>
            <a:ext cx="5486400" cy="3072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>
                <a:solidFill>
                  <a:srgbClr val="52514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95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AI Governance: What Makes Automated Response</a:t>
            </a:r>
          </a:p>
          <a:p>
            <a:r>
              <a:rPr sz="3000" b="1">
                <a:solidFill>
                  <a:srgbClr val="0B0B0B"/>
                </a:solidFill>
                <a:latin typeface="Calibri"/>
              </a:rPr>
              <a:t>Safe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98092"/>
            <a:ext cx="1091153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5120640" cy="449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—  An anomaly-detection IDS makes automated,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consequential decisions (blocking traffic,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quarantining hosts) at a chosen false-positive budget.</a:t>
            </a:r>
          </a:p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—  My lab: a 1% false-positive budget yields 95.8%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precision at 43.6% recall, a governance decision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about acceptable harm.</a:t>
            </a:r>
          </a:p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—  63% of breached organizations either lack an AI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governance policy or are still developing one (IBM,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2025).</a:t>
            </a:r>
          </a:p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—  One in five organizations reported a breach due to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shadow AI, and only 37% have policies to manage AI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or detect it (IBM, 2025).</a:t>
            </a:r>
          </a:p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—  NIST's AI Risk Management Framework supplies the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thresholds, auditability, and oversight needed before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autonomous response is trustworthy (National</a:t>
            </a:r>
            <a:br/>
            <a:r>
              <a:rPr sz="1400">
                <a:solidFill>
                  <a:srgbClr val="0B0B0B"/>
                </a:solidFill>
                <a:latin typeface="Calibri"/>
              </a:rPr>
              <a:t>    Institute of Standards and Technology, 2023).</a:t>
            </a:r>
          </a:p>
        </p:txBody>
      </p:sp>
      <p:pic>
        <p:nvPicPr>
          <p:cNvPr id="5" name="Picture 4" descr="fig3_governance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558394"/>
            <a:ext cx="5486400" cy="30030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>
                <a:solidFill>
                  <a:srgbClr val="52514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95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Deploying Anomaly Detection Under AI</a:t>
            </a:r>
          </a:p>
          <a:p>
            <a:r>
              <a:rPr sz="3000" b="1">
                <a:solidFill>
                  <a:srgbClr val="0B0B0B"/>
                </a:solidFill>
                <a:latin typeface="Calibri"/>
              </a:rPr>
              <a:t>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98092"/>
            <a:ext cx="1091153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911535" cy="449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—  Anomaly detection is most useful as an early-warning layer that still depends on a defined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false-positive budget and a person to authorize action beyond that threshold.</a:t>
            </a:r>
          </a:p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—  My own lab work, comparing a single Gaussian model to a Gaussian Mixture Model, taught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me that model choice and threshold selection are inseparable, risk-based governance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decisions.</a:t>
            </a:r>
          </a:p>
          <a:p>
            <a:pPr>
              <a:lnSpc>
                <a:spcPct val="125000"/>
              </a:lnSpc>
              <a:spcAft>
                <a:spcPts val="864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—  Any future deployment of this model would need a documented threshold, an audit trail,</a:t>
            </a:r>
            <a:br/>
            <a:r>
              <a:rPr sz="1800">
                <a:solidFill>
                  <a:srgbClr val="0B0B0B"/>
                </a:solidFill>
                <a:latin typeface="Calibri"/>
              </a:rPr>
              <a:t>    and a named person accountable for what it flags.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>
                <a:solidFill>
                  <a:srgbClr val="52514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5570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9942"/>
            <a:ext cx="1091153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2362"/>
            <a:ext cx="10911535" cy="4936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457200" indent="-457200">
              <a:spcAft>
                <a:spcPts val="10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Cybersecurity and Infrastructure Security Agency, National Security Agency, Federal Bureau of Investigation, &amp; Multi-State Information Sharing and Analysis Center. (2023). </a:t>
            </a:r>
            <a:r>
              <a:rPr i="1" sz="1300">
                <a:solidFill>
                  <a:srgbClr val="0B0B0B"/>
                </a:solidFill>
                <a:latin typeface="Calibri"/>
              </a:rPr>
              <a:t>#StopRansomware guide</a:t>
            </a:r>
            <a:r>
              <a:rPr sz="1300">
                <a:solidFill>
                  <a:srgbClr val="0B0B0B"/>
                </a:solidFill>
                <a:latin typeface="Calibri"/>
              </a:rPr>
              <a:t> (Version 3.0). Cybersecurity and Infrastructure Security Agency. https://www.cisa.gov/sites/default/files/2025-03/StopRansomware-Guide%20508.pdf</a:t>
            </a:r>
          </a:p>
          <a:p>
            <a:pPr marL="457200" indent="-457200">
              <a:spcAft>
                <a:spcPts val="10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IBM. (2025, July 30). </a:t>
            </a:r>
            <a:r>
              <a:rPr i="1" sz="1300">
                <a:solidFill>
                  <a:srgbClr val="0B0B0B"/>
                </a:solidFill>
                <a:latin typeface="Calibri"/>
              </a:rPr>
              <a:t>IBM report: 13% of organizations reported breaches of AI models or applications, 97% of which reported lacking proper AI access controls</a:t>
            </a:r>
            <a:r>
              <a:rPr sz="1300">
                <a:solidFill>
                  <a:srgbClr val="0B0B0B"/>
                </a:solidFill>
                <a:latin typeface="Calibri"/>
              </a:rPr>
              <a:t> [Press release]. https://newsroom.ibm.com/2025-07-30-ibm-report-13-of-organizations-reported-breaches-of-ai-models-or-applications,-97-of-which-reported-lacking-proper-ai-access-controls</a:t>
            </a:r>
          </a:p>
          <a:p>
            <a:pPr marL="457200" indent="-457200">
              <a:spcAft>
                <a:spcPts val="10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National Institute of Standards and Technology. (2023). </a:t>
            </a:r>
            <a:r>
              <a:rPr i="1" sz="1300">
                <a:solidFill>
                  <a:srgbClr val="0B0B0B"/>
                </a:solidFill>
                <a:latin typeface="Calibri"/>
              </a:rPr>
              <a:t>AI risk management framework (AI RMF)</a:t>
            </a:r>
            <a:r>
              <a:rPr sz="1300">
                <a:solidFill>
                  <a:srgbClr val="0B0B0B"/>
                </a:solidFill>
                <a:latin typeface="Calibri"/>
              </a:rPr>
              <a:t>. U.S. Department of Commerce. https://www.nist.gov/itl/ai-risk-management-framework</a:t>
            </a:r>
          </a:p>
          <a:p>
            <a:pPr marL="457200" indent="-457200">
              <a:spcAft>
                <a:spcPts val="10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Parisi, A. (2019). </a:t>
            </a:r>
            <a:r>
              <a:rPr i="1" sz="1300">
                <a:solidFill>
                  <a:srgbClr val="0B0B0B"/>
                </a:solidFill>
                <a:latin typeface="Calibri"/>
              </a:rPr>
              <a:t>Hands-on artificial intelligence for cybersecurity</a:t>
            </a:r>
            <a:r>
              <a:rPr sz="1300">
                <a:solidFill>
                  <a:srgbClr val="0B0B0B"/>
                </a:solidFill>
                <a:latin typeface="Calibri"/>
              </a:rPr>
              <a:t>. Packt Publishing.</a:t>
            </a:r>
          </a:p>
          <a:p>
            <a:pPr marL="457200" indent="-457200">
              <a:spcAft>
                <a:spcPts val="10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Verizon. (2025). </a:t>
            </a:r>
            <a:r>
              <a:rPr i="1" sz="1300">
                <a:solidFill>
                  <a:srgbClr val="0B0B0B"/>
                </a:solidFill>
                <a:latin typeface="Calibri"/>
              </a:rPr>
              <a:t>2025 data breach investigations report</a:t>
            </a:r>
            <a:r>
              <a:rPr sz="1300">
                <a:solidFill>
                  <a:srgbClr val="0B0B0B"/>
                </a:solidFill>
                <a:latin typeface="Calibri"/>
              </a:rPr>
              <a:t>. https://www.verizon.com/about/news/2025-data-breach-investigations-report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>
                <a:solidFill>
                  <a:srgbClr val="52514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